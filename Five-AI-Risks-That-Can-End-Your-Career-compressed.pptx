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1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2.jp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3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4.jp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5.jp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6.jp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7.jp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8.jp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9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media/image10.jp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